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70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96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28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522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46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7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81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11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62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10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5260E-057B-447A-98CA-697AFCD8D96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9A0F9-1A17-44B2-990C-638E45E9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72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DEX">
            <a:extLst>
              <a:ext uri="{FF2B5EF4-FFF2-40B4-BE49-F238E27FC236}">
                <a16:creationId xmlns:a16="http://schemas.microsoft.com/office/drawing/2014/main" id="{2E295608-1567-DE6C-9FB3-2521C5FBB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123" y="753090"/>
            <a:ext cx="3982007" cy="3905795"/>
          </a:xfrm>
          <a:prstGeom prst="rect">
            <a:avLst/>
          </a:prstGeom>
        </p:spPr>
      </p:pic>
      <p:sp>
        <p:nvSpPr>
          <p:cNvPr id="6" name="ON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6AD26A3-934D-8C5D-3DAA-39C0B18638F3}"/>
              </a:ext>
            </a:extLst>
          </p:cNvPr>
          <p:cNvSpPr/>
          <p:nvPr/>
        </p:nvSpPr>
        <p:spPr>
          <a:xfrm>
            <a:off x="2870791" y="4982215"/>
            <a:ext cx="878959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ON</a:t>
            </a:r>
          </a:p>
        </p:txBody>
      </p:sp>
      <p:sp>
        <p:nvSpPr>
          <p:cNvPr id="8" name="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175108C-D775-32F5-373B-12449068FF28}"/>
              </a:ext>
            </a:extLst>
          </p:cNvPr>
          <p:cNvSpPr/>
          <p:nvPr/>
        </p:nvSpPr>
        <p:spPr>
          <a:xfrm>
            <a:off x="4040371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F00EF13-1D58-5C3E-701D-92A801E39E18}"/>
              </a:ext>
            </a:extLst>
          </p:cNvPr>
          <p:cNvSpPr/>
          <p:nvPr/>
        </p:nvSpPr>
        <p:spPr>
          <a:xfrm>
            <a:off x="482009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2BE38AC-8955-70BE-5E3E-CB8EBCFF51D2}"/>
              </a:ext>
            </a:extLst>
          </p:cNvPr>
          <p:cNvSpPr/>
          <p:nvPr/>
        </p:nvSpPr>
        <p:spPr>
          <a:xfrm>
            <a:off x="560690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3A38DD-E022-A61F-469E-E401F4D008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550" y="423209"/>
            <a:ext cx="4464257" cy="44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F774-A369-EED4-55BF-3248EB7A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DEX">
            <a:extLst>
              <a:ext uri="{FF2B5EF4-FFF2-40B4-BE49-F238E27FC236}">
                <a16:creationId xmlns:a16="http://schemas.microsoft.com/office/drawing/2014/main" id="{90B2DF91-4C89-6ED6-F4CF-1FC65D4EA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123" y="753090"/>
            <a:ext cx="3982007" cy="3905795"/>
          </a:xfrm>
          <a:prstGeom prst="rect">
            <a:avLst/>
          </a:prstGeom>
        </p:spPr>
      </p:pic>
      <p:sp>
        <p:nvSpPr>
          <p:cNvPr id="6" name="OFF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55B0D49-80CD-69A1-84EC-95926F633ED5}"/>
              </a:ext>
            </a:extLst>
          </p:cNvPr>
          <p:cNvSpPr/>
          <p:nvPr/>
        </p:nvSpPr>
        <p:spPr>
          <a:xfrm>
            <a:off x="2870791" y="4982215"/>
            <a:ext cx="878959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OFF</a:t>
            </a:r>
          </a:p>
        </p:txBody>
      </p:sp>
      <p:sp>
        <p:nvSpPr>
          <p:cNvPr id="8" name="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651F546-DA50-69C3-AAA7-AFFB64160370}"/>
              </a:ext>
            </a:extLst>
          </p:cNvPr>
          <p:cNvSpPr/>
          <p:nvPr/>
        </p:nvSpPr>
        <p:spPr>
          <a:xfrm>
            <a:off x="4040371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794E3FF-7B5A-B718-B8F9-84E45A30C0A8}"/>
              </a:ext>
            </a:extLst>
          </p:cNvPr>
          <p:cNvSpPr/>
          <p:nvPr/>
        </p:nvSpPr>
        <p:spPr>
          <a:xfrm>
            <a:off x="482009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E987807-DCEE-00EE-0B81-61BDD0E5E58E}"/>
              </a:ext>
            </a:extLst>
          </p:cNvPr>
          <p:cNvSpPr/>
          <p:nvPr/>
        </p:nvSpPr>
        <p:spPr>
          <a:xfrm>
            <a:off x="560690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7BD331-3C16-80C4-DBDB-94DCED7DEBC8}"/>
              </a:ext>
            </a:extLst>
          </p:cNvPr>
          <p:cNvSpPr/>
          <p:nvPr/>
        </p:nvSpPr>
        <p:spPr>
          <a:xfrm>
            <a:off x="4238848" y="5167424"/>
            <a:ext cx="269359" cy="2693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76C029-ADDA-4A3E-4BFD-CB32E4B52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550" y="423209"/>
            <a:ext cx="4464257" cy="44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5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1A69-225A-DFDA-EE65-53A631AB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DEX">
            <a:extLst>
              <a:ext uri="{FF2B5EF4-FFF2-40B4-BE49-F238E27FC236}">
                <a16:creationId xmlns:a16="http://schemas.microsoft.com/office/drawing/2014/main" id="{36124B73-606C-08E9-2F88-A0B30FD68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123" y="753090"/>
            <a:ext cx="3982007" cy="3905795"/>
          </a:xfrm>
          <a:prstGeom prst="rect">
            <a:avLst/>
          </a:prstGeom>
        </p:spPr>
      </p:pic>
      <p:sp>
        <p:nvSpPr>
          <p:cNvPr id="6" name="OFF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D2CC4E8-B001-F2B3-AEA1-604CA8438282}"/>
              </a:ext>
            </a:extLst>
          </p:cNvPr>
          <p:cNvSpPr/>
          <p:nvPr/>
        </p:nvSpPr>
        <p:spPr>
          <a:xfrm>
            <a:off x="2870791" y="4982215"/>
            <a:ext cx="878959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OFF</a:t>
            </a:r>
          </a:p>
        </p:txBody>
      </p:sp>
      <p:sp>
        <p:nvSpPr>
          <p:cNvPr id="8" name="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58B98EA-C259-AD65-B8B2-8F07EE1F8B96}"/>
              </a:ext>
            </a:extLst>
          </p:cNvPr>
          <p:cNvSpPr/>
          <p:nvPr/>
        </p:nvSpPr>
        <p:spPr>
          <a:xfrm>
            <a:off x="4040371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2">
            <a:extLst>
              <a:ext uri="{FF2B5EF4-FFF2-40B4-BE49-F238E27FC236}">
                <a16:creationId xmlns:a16="http://schemas.microsoft.com/office/drawing/2014/main" id="{587B6EB8-ADFA-8B50-6927-55C14F79F5B8}"/>
              </a:ext>
            </a:extLst>
          </p:cNvPr>
          <p:cNvSpPr/>
          <p:nvPr/>
        </p:nvSpPr>
        <p:spPr>
          <a:xfrm>
            <a:off x="482009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D286433-622D-70B8-9F7E-63505CC310DB}"/>
              </a:ext>
            </a:extLst>
          </p:cNvPr>
          <p:cNvSpPr/>
          <p:nvPr/>
        </p:nvSpPr>
        <p:spPr>
          <a:xfrm>
            <a:off x="560690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12BAFC-AB01-95CF-00E7-78F077E850FD}"/>
              </a:ext>
            </a:extLst>
          </p:cNvPr>
          <p:cNvSpPr/>
          <p:nvPr/>
        </p:nvSpPr>
        <p:spPr>
          <a:xfrm>
            <a:off x="5018567" y="5167424"/>
            <a:ext cx="269359" cy="2693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B06FC8-BADC-791F-2A41-1AB20A3ACB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550" y="423209"/>
            <a:ext cx="4464257" cy="44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2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AA3D6-44FD-16C7-6E0B-CF90A55E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DEX">
            <a:extLst>
              <a:ext uri="{FF2B5EF4-FFF2-40B4-BE49-F238E27FC236}">
                <a16:creationId xmlns:a16="http://schemas.microsoft.com/office/drawing/2014/main" id="{2FCE8EF9-E712-4362-9667-8F54CB141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123" y="753090"/>
            <a:ext cx="3982007" cy="3905795"/>
          </a:xfrm>
          <a:prstGeom prst="rect">
            <a:avLst/>
          </a:prstGeom>
        </p:spPr>
      </p:pic>
      <p:sp>
        <p:nvSpPr>
          <p:cNvPr id="6" name="OFF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E2CB54C-1730-32C6-88CC-5E7B82A5DE62}"/>
              </a:ext>
            </a:extLst>
          </p:cNvPr>
          <p:cNvSpPr/>
          <p:nvPr/>
        </p:nvSpPr>
        <p:spPr>
          <a:xfrm>
            <a:off x="2870791" y="4982215"/>
            <a:ext cx="878959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OFF</a:t>
            </a:r>
          </a:p>
        </p:txBody>
      </p:sp>
      <p:sp>
        <p:nvSpPr>
          <p:cNvPr id="8" name="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EC54144-577C-3C38-5ECF-C52CA0CFF4AA}"/>
              </a:ext>
            </a:extLst>
          </p:cNvPr>
          <p:cNvSpPr/>
          <p:nvPr/>
        </p:nvSpPr>
        <p:spPr>
          <a:xfrm>
            <a:off x="4040371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54E9D5C-88A8-AC89-DBB2-9D982C9CEC65}"/>
              </a:ext>
            </a:extLst>
          </p:cNvPr>
          <p:cNvSpPr/>
          <p:nvPr/>
        </p:nvSpPr>
        <p:spPr>
          <a:xfrm>
            <a:off x="482009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3">
            <a:extLst>
              <a:ext uri="{FF2B5EF4-FFF2-40B4-BE49-F238E27FC236}">
                <a16:creationId xmlns:a16="http://schemas.microsoft.com/office/drawing/2014/main" id="{F02463CD-8D0A-AFAF-2551-8863208A461F}"/>
              </a:ext>
            </a:extLst>
          </p:cNvPr>
          <p:cNvSpPr/>
          <p:nvPr/>
        </p:nvSpPr>
        <p:spPr>
          <a:xfrm>
            <a:off x="5606903" y="4982215"/>
            <a:ext cx="666308" cy="625600"/>
          </a:xfrm>
          <a:prstGeom prst="actionButtonBlan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692986-2C28-C236-B6CF-F18B61F352CD}"/>
              </a:ext>
            </a:extLst>
          </p:cNvPr>
          <p:cNvSpPr/>
          <p:nvPr/>
        </p:nvSpPr>
        <p:spPr>
          <a:xfrm>
            <a:off x="5805375" y="5167424"/>
            <a:ext cx="269359" cy="2693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BC3DEE-6B4C-F294-D196-C9D437552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550" y="423209"/>
            <a:ext cx="4464257" cy="44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1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16</Words>
  <Application>Microsoft Office PowerPoint</Application>
  <PresentationFormat>全屏显示(4:3)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 董</dc:creator>
  <cp:lastModifiedBy>凯 董</cp:lastModifiedBy>
  <cp:revision>5</cp:revision>
  <dcterms:created xsi:type="dcterms:W3CDTF">2025-05-18T10:11:36Z</dcterms:created>
  <dcterms:modified xsi:type="dcterms:W3CDTF">2025-05-19T08:19:14Z</dcterms:modified>
</cp:coreProperties>
</file>